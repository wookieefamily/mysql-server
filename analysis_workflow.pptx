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64008" cy="65836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What analysis &amp; investigation work looks like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Every step is performed manually by the analyst.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8348" y="1143000"/>
            <a:ext cx="2606040" cy="64008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4188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Identify a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Trend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Watch dashboards. Monitor KPIs. Catch what's worth investigating.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7340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" y="5678424"/>
            <a:ext cx="224028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5" name="Can 14"/>
          <p:cNvSpPr/>
          <p:nvPr/>
        </p:nvSpPr>
        <p:spPr>
          <a:xfrm>
            <a:off x="3122676" y="3566160"/>
            <a:ext cx="219456" cy="274320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0420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0420" y="1143000"/>
            <a:ext cx="2606040" cy="64008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66260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860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Setup Report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&amp; Investigate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Find segments. Pull data. Build the chart. Spot the obvious driver.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3300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9412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3300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43300" y="5678424"/>
            <a:ext cx="224028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5" name="Can 24"/>
          <p:cNvSpPr/>
          <p:nvPr/>
        </p:nvSpPr>
        <p:spPr>
          <a:xfrm>
            <a:off x="5984748" y="3566160"/>
            <a:ext cx="219456" cy="274320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2492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143000"/>
            <a:ext cx="2606040" cy="64008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8332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3932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Find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the Why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5372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Run breakdowns. Slack partner teams. Search Jira. Read briefs. Wait for replies.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5372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1484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5372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5372" y="5678424"/>
            <a:ext cx="224028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5" name="Can 34"/>
          <p:cNvSpPr/>
          <p:nvPr/>
        </p:nvSpPr>
        <p:spPr>
          <a:xfrm>
            <a:off x="8846820" y="3566160"/>
            <a:ext cx="219456" cy="274320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84564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84564" y="1143000"/>
            <a:ext cx="2606040" cy="64008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90404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6004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Recommend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&amp; Write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7444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Synthesize. Write it up. Get review. Send to leader.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7444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3556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67444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67444" y="5678424"/>
            <a:ext cx="224028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64008" cy="65836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How AI transforms the investigation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Steps 1 &amp; 2 fully automated by AI. Steps 3 &amp; 4 AI-assisted.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8348" y="1143000"/>
            <a:ext cx="2606040" cy="640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4188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Identify a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Trend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Watch dashboards. Monitor KPIs. Catch what's worth investigating.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7340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" y="5678424"/>
            <a:ext cx="2240280" cy="31089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5" name="Can 14"/>
          <p:cNvSpPr/>
          <p:nvPr/>
        </p:nvSpPr>
        <p:spPr>
          <a:xfrm>
            <a:off x="3122676" y="3566160"/>
            <a:ext cx="219456" cy="274320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0420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0420" y="1143000"/>
            <a:ext cx="2606040" cy="640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66260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1860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Setup Report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&amp; Investigate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Find segments. Pull data. Build the chart. Spot the obvious driver.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3300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9412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3300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43300" y="5678424"/>
            <a:ext cx="2240280" cy="31089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5" name="Can 24"/>
          <p:cNvSpPr/>
          <p:nvPr/>
        </p:nvSpPr>
        <p:spPr>
          <a:xfrm>
            <a:off x="5984748" y="3566160"/>
            <a:ext cx="219456" cy="274320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2492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143000"/>
            <a:ext cx="2606040" cy="640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8332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3932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Find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the Why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5372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Run breakdowns. Slack partner teams. Search Jira. Read briefs. Wait for replies.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5372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1484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5372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5372" y="5678424"/>
            <a:ext cx="224028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29400" y="5678424"/>
            <a:ext cx="2016252" cy="31089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90%</a:t>
            </a:r>
          </a:p>
        </p:txBody>
      </p:sp>
      <p:sp>
        <p:nvSpPr>
          <p:cNvPr id="36" name="Can 35"/>
          <p:cNvSpPr/>
          <p:nvPr/>
        </p:nvSpPr>
        <p:spPr>
          <a:xfrm>
            <a:off x="8846820" y="3566160"/>
            <a:ext cx="219456" cy="274320"/>
          </a:xfrm>
          <a:prstGeom prst="can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84564" y="1143000"/>
            <a:ext cx="2606040" cy="5120640"/>
          </a:xfrm>
          <a:prstGeom prst="roundRect">
            <a:avLst/>
          </a:prstGeom>
          <a:solidFill>
            <a:srgbClr val="F0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84564" y="1143000"/>
            <a:ext cx="2606040" cy="640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90404" y="1307592"/>
            <a:ext cx="594360" cy="5943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6004" y="20299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</a:rPr>
              <a:t>Recommend</a:t>
            </a:r>
          </a:p>
          <a:p>
            <a:pPr algn="ctr"/>
            <a:r>
              <a:rPr sz="1300" b="1">
                <a:solidFill>
                  <a:srgbClr val="1A1A1A"/>
                </a:solidFill>
              </a:rPr>
              <a:t>&amp; Write 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7444" y="2871216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Synthesize. Write it up. Get review. Send to leader.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7444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D3D3D"/>
                </a:solidFill>
              </a:rPr>
              <a:t>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3556" y="5440680"/>
            <a:ext cx="13441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EB1C24"/>
                </a:solidFill>
              </a:rPr>
              <a:t>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7444" y="5678424"/>
            <a:ext cx="224028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67444" y="5678424"/>
            <a:ext cx="56007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7514" y="5678424"/>
            <a:ext cx="1680210" cy="310896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0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75%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